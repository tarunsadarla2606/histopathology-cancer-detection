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Histopathologic Cancer Detection System Documentation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Using AWS, Django, and ReactJS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Amazon S3: Store image data</a:t>
            </a:r>
          </a:p>
          <a:p>
            <a:r>
              <a:t>• Amazon EC2: Host application and ML model</a:t>
            </a:r>
          </a:p>
          <a:p>
            <a:r>
              <a:t>• Django: Backend API</a:t>
            </a:r>
          </a:p>
          <a:p>
            <a:r>
              <a:t>• ReactJS: User Interface</a:t>
            </a:r>
          </a:p>
          <a:p>
            <a:r>
              <a:t>• Gunicorn: WSGI HTTP Server for Django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EC2 Setup with AMI including necessary libraries</a:t>
            </a:r>
          </a:p>
          <a:p>
            <a:r>
              <a:t>• Configure Gunicorn and Django</a:t>
            </a:r>
          </a:p>
          <a:p>
            <a:r>
              <a:t>• Establish CI/CD pipeline using AWS CodePipeline and CodeBuild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74</Words>
  <Application>Microsoft Office PowerPoint</Application>
  <PresentationFormat>On-screen Show (4:3)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Histopathologic Cancer Detection System Documentation</vt:lpstr>
      <vt:lpstr>System Architecture</vt:lpstr>
      <vt:lpstr>Deployment Strategy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Darshan Karkera</cp:lastModifiedBy>
  <cp:revision>2</cp:revision>
  <dcterms:created xsi:type="dcterms:W3CDTF">2013-01-27T09:14:16Z</dcterms:created>
  <dcterms:modified xsi:type="dcterms:W3CDTF">2024-09-12T22:06:46Z</dcterms:modified>
  <cp:category/>
</cp:coreProperties>
</file>